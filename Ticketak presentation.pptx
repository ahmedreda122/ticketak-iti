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embeddedFontLst>
    <p:embeddedFont>
      <p:font typeface="Cormorant Garamond" panose="020B0604020202020204" charset="0"/>
      <p:regular r:id="rId19"/>
      <p:bold r:id="rId20"/>
      <p:italic r:id="rId21"/>
      <p:boldItalic r:id="rId22"/>
    </p:embeddedFont>
    <p:embeddedFont>
      <p:font typeface="Montserrat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747775"/>
          </p15:clr>
        </p15:guide>
        <p15:guide id="2" pos="3839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DC0B648-CDC1-499B-8FAF-301F50236BC2}">
  <a:tblStyle styleId="{8DC0B648-CDC1-499B-8FAF-301F50236B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590" y="53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42af8e19c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4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42af8e19c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42af8e19c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42af8e19c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42af8e19c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42af8e19c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42af8e19c_1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42af8e19c_1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42af8e19c_1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42af8e19c_1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b42af8e19c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b42af8e19c_1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b42af8e19c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b42af8e19c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42af8e19c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b42af8e19c_1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b42af8e19c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b42af8e19c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42af8e19c_1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b42af8e19c_1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42af8e19c_1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42af8e19c_1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42af8e19c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42af8e19c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42af8e19c_1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42af8e19c_1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42af8e19c_1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42af8e19c_1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42af8e19c_1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2063" y="685800"/>
            <a:ext cx="60945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42af8e19c_1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507" y="992767"/>
            <a:ext cx="11358000" cy="2736900"/>
          </a:xfrm>
          <a:prstGeom prst="rect">
            <a:avLst/>
          </a:prstGeom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1pPr>
            <a:lvl2pPr lvl="1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2pPr>
            <a:lvl3pPr lvl="2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3pPr>
            <a:lvl4pPr lvl="3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4pPr>
            <a:lvl5pPr lvl="4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5pPr>
            <a:lvl6pPr lvl="5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6pPr>
            <a:lvl7pPr lvl="6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7pPr>
            <a:lvl8pPr lvl="7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8pPr>
            <a:lvl9pPr lvl="8" algn="ctr">
              <a:spcBef>
                <a:spcPts val="0"/>
              </a:spcBef>
              <a:spcAft>
                <a:spcPts val="0"/>
              </a:spcAft>
              <a:buSzPts val="6932"/>
              <a:buNone/>
              <a:defRPr sz="693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496" y="3778833"/>
            <a:ext cx="11358000" cy="10569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496" y="2867800"/>
            <a:ext cx="11358000" cy="11223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1pPr>
            <a:lvl2pPr lvl="1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2pPr>
            <a:lvl3pPr lvl="2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3pPr>
            <a:lvl4pPr lvl="3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4pPr>
            <a:lvl5pPr lvl="4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5pPr>
            <a:lvl6pPr lvl="5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6pPr>
            <a:lvl7pPr lvl="6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7pPr>
            <a:lvl8pPr lvl="7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8pPr>
            <a:lvl9pPr lvl="8" algn="ctr">
              <a:spcBef>
                <a:spcPts val="0"/>
              </a:spcBef>
              <a:spcAft>
                <a:spcPts val="0"/>
              </a:spcAft>
              <a:buSzPts val="4799"/>
              <a:buNone/>
              <a:defRPr sz="4799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496" y="1536633"/>
            <a:ext cx="11358000" cy="45552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80974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399"/>
            </a:lvl1pPr>
            <a:lvl2pPr marL="914400" lvl="1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2pPr>
            <a:lvl3pPr marL="1371600" lvl="2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3pPr>
            <a:lvl4pPr marL="1828800" lvl="3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4pPr>
            <a:lvl5pPr marL="2286000" lvl="4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5pPr>
            <a:lvl6pPr marL="2743200" lvl="5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6pPr>
            <a:lvl7pPr marL="3200400" lvl="6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7pPr>
            <a:lvl8pPr marL="3657600" lvl="7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8pPr>
            <a:lvl9pPr marL="4114800" lvl="8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496" y="1536633"/>
            <a:ext cx="5331900" cy="45552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1pPr>
            <a:lvl2pPr marL="914400" lvl="1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2pPr>
            <a:lvl3pPr marL="1371600" lvl="2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3pPr>
            <a:lvl4pPr marL="1828800" lvl="3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4pPr>
            <a:lvl5pPr marL="2286000" lvl="4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5pPr>
            <a:lvl6pPr marL="2743200" lvl="5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6pPr>
            <a:lvl7pPr marL="3200400" lvl="6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7pPr>
            <a:lvl8pPr marL="3657600" lvl="7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8pPr>
            <a:lvl9pPr marL="4114800" lvl="8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1588" y="1536633"/>
            <a:ext cx="5331900" cy="45552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1pPr>
            <a:lvl2pPr marL="914400" lvl="1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2pPr>
            <a:lvl3pPr marL="1371600" lvl="2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3pPr>
            <a:lvl4pPr marL="1828800" lvl="3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4pPr>
            <a:lvl5pPr marL="2286000" lvl="4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5pPr>
            <a:lvl6pPr marL="2743200" lvl="5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6pPr>
            <a:lvl7pPr marL="3200400" lvl="6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7pPr>
            <a:lvl8pPr marL="3657600" lvl="7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8pPr>
            <a:lvl9pPr marL="4114800" lvl="8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 sz="3732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496" y="740800"/>
            <a:ext cx="3743100" cy="1007700"/>
          </a:xfrm>
          <a:prstGeom prst="rect">
            <a:avLst/>
          </a:prstGeom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1pPr>
            <a:lvl2pPr lvl="1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2pPr>
            <a:lvl3pPr lvl="2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3pPr>
            <a:lvl4pPr lvl="3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4pPr>
            <a:lvl5pPr lvl="4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5pPr>
            <a:lvl6pPr lvl="5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6pPr>
            <a:lvl7pPr lvl="6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7pPr>
            <a:lvl8pPr lvl="7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8pPr>
            <a:lvl9pPr lvl="8">
              <a:spcBef>
                <a:spcPts val="0"/>
              </a:spcBef>
              <a:spcAft>
                <a:spcPts val="0"/>
              </a:spcAft>
              <a:buSzPts val="3199"/>
              <a:buNone/>
              <a:defRPr sz="3199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496" y="1852800"/>
            <a:ext cx="3743100" cy="42393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1pPr>
            <a:lvl2pPr marL="914400" lvl="1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2pPr>
            <a:lvl3pPr marL="1371600" lvl="2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3pPr>
            <a:lvl4pPr marL="1828800" lvl="3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4pPr>
            <a:lvl5pPr marL="2286000" lvl="4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5pPr>
            <a:lvl6pPr marL="2743200" lvl="5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6pPr>
            <a:lvl7pPr marL="3200400" lvl="6" indent="-330182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599"/>
            </a:lvl7pPr>
            <a:lvl8pPr marL="3657600" lvl="7" indent="-330182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599"/>
            </a:lvl8pPr>
            <a:lvl9pPr marL="4114800" lvl="8" indent="-330182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599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503" y="600200"/>
            <a:ext cx="8488200" cy="54543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1pPr>
            <a:lvl2pPr lvl="1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2pPr>
            <a:lvl3pPr lvl="2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3pPr>
            <a:lvl4pPr lvl="3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4pPr>
            <a:lvl5pPr lvl="4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5pPr>
            <a:lvl6pPr lvl="5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6pPr>
            <a:lvl7pPr lvl="6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7pPr>
            <a:lvl8pPr lvl="7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8pPr>
            <a:lvl9pPr lvl="8">
              <a:spcBef>
                <a:spcPts val="0"/>
              </a:spcBef>
              <a:spcAft>
                <a:spcPts val="0"/>
              </a:spcAft>
              <a:buSzPts val="6399"/>
              <a:buNone/>
              <a:defRPr sz="639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4475" y="-167"/>
            <a:ext cx="60945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875" tIns="121875" rIns="121875" bIns="1218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3911" y="1644233"/>
            <a:ext cx="5392200" cy="1976400"/>
          </a:xfrm>
          <a:prstGeom prst="rect">
            <a:avLst/>
          </a:prstGeom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1pPr>
            <a:lvl2pPr lvl="1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2pPr>
            <a:lvl3pPr lvl="2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3pPr>
            <a:lvl4pPr lvl="3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4pPr>
            <a:lvl5pPr lvl="4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5pPr>
            <a:lvl6pPr lvl="5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6pPr>
            <a:lvl7pPr lvl="6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7pPr>
            <a:lvl8pPr lvl="7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8pPr>
            <a:lvl9pPr lvl="8" algn="ctr">
              <a:spcBef>
                <a:spcPts val="0"/>
              </a:spcBef>
              <a:spcAft>
                <a:spcPts val="0"/>
              </a:spcAft>
              <a:buSzPts val="5599"/>
              <a:buNone/>
              <a:defRPr sz="5599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3911" y="3737433"/>
            <a:ext cx="5392200" cy="16467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799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4352" y="965433"/>
            <a:ext cx="5114700" cy="49269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457200" lvl="0" indent="-380974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399"/>
            </a:lvl1pPr>
            <a:lvl2pPr marL="914400" lvl="1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2pPr>
            <a:lvl3pPr marL="1371600" lvl="2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3pPr>
            <a:lvl4pPr marL="1828800" lvl="3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4pPr>
            <a:lvl5pPr marL="2286000" lvl="4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5pPr>
            <a:lvl6pPr marL="2743200" lvl="5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6pPr>
            <a:lvl7pPr marL="3200400" lvl="6" indent="-347113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7pPr>
            <a:lvl8pPr marL="3657600" lvl="7" indent="-347113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8pPr>
            <a:lvl9pPr marL="4114800" lvl="8" indent="-347113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496" y="5640767"/>
            <a:ext cx="7996500" cy="806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399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496" y="1474833"/>
            <a:ext cx="11358000" cy="2618100"/>
          </a:xfrm>
          <a:prstGeom prst="rect">
            <a:avLst/>
          </a:prstGeom>
        </p:spPr>
        <p:txBody>
          <a:bodyPr spcFirstLastPara="1" wrap="square" lIns="121875" tIns="121875" rIns="121875" bIns="12187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1pPr>
            <a:lvl2pPr lvl="1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2pPr>
            <a:lvl3pPr lvl="2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3pPr>
            <a:lvl4pPr lvl="3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4pPr>
            <a:lvl5pPr lvl="4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5pPr>
            <a:lvl6pPr lvl="5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6pPr>
            <a:lvl7pPr lvl="6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7pPr>
            <a:lvl8pPr lvl="7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8pPr>
            <a:lvl9pPr lvl="8" algn="ctr">
              <a:spcBef>
                <a:spcPts val="0"/>
              </a:spcBef>
              <a:spcAft>
                <a:spcPts val="0"/>
              </a:spcAft>
              <a:buSzPts val="15997"/>
              <a:buNone/>
              <a:defRPr sz="15997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496" y="4202967"/>
            <a:ext cx="11358000" cy="1734300"/>
          </a:xfrm>
          <a:prstGeom prst="rect">
            <a:avLst/>
          </a:prstGeom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80974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399"/>
            </a:lvl1pPr>
            <a:lvl2pPr marL="914400" lvl="1" indent="-347113" algn="ctr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2pPr>
            <a:lvl3pPr marL="1371600" lvl="2" indent="-347113" algn="ctr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3pPr>
            <a:lvl4pPr marL="1828800" lvl="3" indent="-347113" algn="ctr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4pPr>
            <a:lvl5pPr marL="2286000" lvl="4" indent="-347113" algn="ctr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5pPr>
            <a:lvl6pPr marL="2743200" lvl="5" indent="-347113" algn="ctr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6pPr>
            <a:lvl7pPr marL="3200400" lvl="6" indent="-347113" algn="ctr">
              <a:spcBef>
                <a:spcPts val="0"/>
              </a:spcBef>
              <a:spcAft>
                <a:spcPts val="0"/>
              </a:spcAft>
              <a:buSzPts val="1866"/>
              <a:buChar char="●"/>
              <a:defRPr sz="1866"/>
            </a:lvl7pPr>
            <a:lvl8pPr marL="3657600" lvl="7" indent="-347113" algn="ctr">
              <a:spcBef>
                <a:spcPts val="0"/>
              </a:spcBef>
              <a:spcAft>
                <a:spcPts val="0"/>
              </a:spcAft>
              <a:buSzPts val="1866"/>
              <a:buChar char="○"/>
              <a:defRPr sz="1866"/>
            </a:lvl8pPr>
            <a:lvl9pPr marL="4114800" lvl="8" indent="-347113" algn="ctr">
              <a:spcBef>
                <a:spcPts val="0"/>
              </a:spcBef>
              <a:spcAft>
                <a:spcPts val="0"/>
              </a:spcAft>
              <a:buSzPts val="1866"/>
              <a:buChar char="■"/>
              <a:defRPr sz="1866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>
              <a:buNone/>
              <a:defRPr sz="1333"/>
            </a:lvl1pPr>
            <a:lvl2pPr lvl="1">
              <a:buNone/>
              <a:defRPr sz="1333"/>
            </a:lvl2pPr>
            <a:lvl3pPr lvl="2">
              <a:buNone/>
              <a:defRPr sz="1333"/>
            </a:lvl3pPr>
            <a:lvl4pPr lvl="3">
              <a:buNone/>
              <a:defRPr sz="1333"/>
            </a:lvl4pPr>
            <a:lvl5pPr lvl="4">
              <a:buNone/>
              <a:defRPr sz="1333"/>
            </a:lvl5pPr>
            <a:lvl6pPr lvl="5">
              <a:buNone/>
              <a:defRPr sz="1333"/>
            </a:lvl6pPr>
            <a:lvl7pPr lvl="6">
              <a:buNone/>
              <a:defRPr sz="1333"/>
            </a:lvl7pPr>
            <a:lvl8pPr lvl="7">
              <a:buNone/>
              <a:defRPr sz="1333"/>
            </a:lvl8pPr>
            <a:lvl9pPr lvl="8">
              <a:buNone/>
              <a:defRPr sz="1333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6" y="593367"/>
            <a:ext cx="113580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6" y="1536633"/>
            <a:ext cx="11358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t" anchorCtr="0">
            <a:normAutofit/>
          </a:bodyPr>
          <a:lstStyle>
            <a:lvl1pPr marL="457200" lvl="0" indent="-38097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399">
                <a:solidFill>
                  <a:schemeClr val="dk2"/>
                </a:solidFill>
              </a:defRPr>
            </a:lvl1pPr>
            <a:lvl2pPr marL="914400" lvl="1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○"/>
              <a:defRPr sz="1866">
                <a:solidFill>
                  <a:schemeClr val="dk2"/>
                </a:solidFill>
              </a:defRPr>
            </a:lvl2pPr>
            <a:lvl3pPr marL="1371600" lvl="2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■"/>
              <a:defRPr sz="1866">
                <a:solidFill>
                  <a:schemeClr val="dk2"/>
                </a:solidFill>
              </a:defRPr>
            </a:lvl3pPr>
            <a:lvl4pPr marL="1828800" lvl="3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●"/>
              <a:defRPr sz="1866">
                <a:solidFill>
                  <a:schemeClr val="dk2"/>
                </a:solidFill>
              </a:defRPr>
            </a:lvl4pPr>
            <a:lvl5pPr marL="2286000" lvl="4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○"/>
              <a:defRPr sz="1866">
                <a:solidFill>
                  <a:schemeClr val="dk2"/>
                </a:solidFill>
              </a:defRPr>
            </a:lvl5pPr>
            <a:lvl6pPr marL="2743200" lvl="5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■"/>
              <a:defRPr sz="1866">
                <a:solidFill>
                  <a:schemeClr val="dk2"/>
                </a:solidFill>
              </a:defRPr>
            </a:lvl6pPr>
            <a:lvl7pPr marL="3200400" lvl="6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●"/>
              <a:defRPr sz="1866">
                <a:solidFill>
                  <a:schemeClr val="dk2"/>
                </a:solidFill>
              </a:defRPr>
            </a:lvl7pPr>
            <a:lvl8pPr marL="3657600" lvl="7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○"/>
              <a:defRPr sz="1866">
                <a:solidFill>
                  <a:schemeClr val="dk2"/>
                </a:solidFill>
              </a:defRPr>
            </a:lvl8pPr>
            <a:lvl9pPr marL="4114800" lvl="8" indent="-34711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6"/>
              <a:buChar char="■"/>
              <a:defRPr sz="1866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784" y="6217622"/>
            <a:ext cx="7314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ahmadreda122.atlassian.net/jira/software/projects/SCRUM/boards/1" TargetMode="External"/><Relationship Id="rId4" Type="http://schemas.openxmlformats.org/officeDocument/2006/relationships/hyperlink" Target="https://drive.google.com/file/d/1tp0hIYhdpTxcTYQfx7kojjJwen5mJY7y/view?usp=sharing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file/d/15P_yu_TbQ7hCeIlCv-jahWCDiwDSPlwg/view?usp=sharin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hmedreda122/Ticketak-ITI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68758" y="0"/>
            <a:ext cx="13234022" cy="7444138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78421" y="2177508"/>
            <a:ext cx="12539700" cy="16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t" anchorCtr="0">
            <a:sp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F1F1F1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Ticketak</a:t>
            </a:r>
            <a:endParaRPr sz="4800" b="1">
              <a:solidFill>
                <a:srgbClr val="F1F1F1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1F1F1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(Ticket Management System)</a:t>
            </a:r>
            <a:endParaRPr sz="3600" b="1">
              <a:solidFill>
                <a:srgbClr val="F1F1F1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5025" y="2290500"/>
            <a:ext cx="912750" cy="9127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1876274" y="3862109"/>
            <a:ext cx="9144000" cy="19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585215" y="585216"/>
            <a:ext cx="3785817" cy="794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Team Members</a:t>
            </a:r>
            <a:endParaRPr dirty="0"/>
          </a:p>
        </p:txBody>
      </p:sp>
      <p:sp>
        <p:nvSpPr>
          <p:cNvPr id="64" name="Google Shape;64;p14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5" name="Google Shape;65;p14"/>
          <p:cNvGraphicFramePr/>
          <p:nvPr/>
        </p:nvGraphicFramePr>
        <p:xfrm>
          <a:off x="1331863" y="1798425"/>
          <a:ext cx="9315325" cy="4838698"/>
        </p:xfrm>
        <a:graphic>
          <a:graphicData uri="http://schemas.openxmlformats.org/drawingml/2006/table">
            <a:tbl>
              <a:tblPr>
                <a:noFill/>
                <a:tableStyleId>{8DC0B648-CDC1-499B-8FAF-301F50236BC2}</a:tableStyleId>
              </a:tblPr>
              <a:tblGrid>
                <a:gridCol w="9315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9972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800" b="1">
                          <a:solidFill>
                            <a:srgbClr val="FBBF24"/>
                          </a:solidFill>
                          <a:latin typeface="Cormorant Garamond"/>
                          <a:ea typeface="Cormorant Garamond"/>
                          <a:cs typeface="Cormorant Garamond"/>
                          <a:sym typeface="Cormorant Garamond"/>
                        </a:rPr>
                        <a:t>Name</a:t>
                      </a:r>
                      <a:endParaRPr sz="600"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Ahmad Reda Bayoumy</a:t>
                      </a:r>
                      <a:endParaRPr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George Mariey</a:t>
                      </a:r>
                      <a:endParaRPr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Karim Mohamed Shebl</a:t>
                      </a:r>
                      <a:endParaRPr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Omar Mohammed Fayek Mostafa</a:t>
                      </a:r>
                      <a:endParaRPr/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Mohammed Abdallah Owais</a:t>
                      </a:r>
                      <a:endParaRPr sz="2150">
                        <a:solidFill>
                          <a:srgbClr val="CBD5E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3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" sz="2150">
                          <a:solidFill>
                            <a:srgbClr val="CBD5E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Fady Adel Botros Awdallah</a:t>
                      </a:r>
                      <a:endParaRPr sz="2150">
                        <a:solidFill>
                          <a:srgbClr val="CBD5E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585216" y="585216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Agenda</a:t>
            </a:r>
            <a:endParaRPr/>
          </a:p>
        </p:txBody>
      </p:sp>
      <p:sp>
        <p:nvSpPr>
          <p:cNvPr id="72" name="Google Shape;72;p15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872050" y="2012750"/>
            <a:ext cx="9526200" cy="44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Introduction</a:t>
            </a:r>
            <a:endParaRPr sz="21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Project Requirements</a:t>
            </a:r>
            <a:endParaRPr sz="21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UML Diagrams</a:t>
            </a:r>
            <a:endParaRPr sz="21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Project Implementation</a:t>
            </a:r>
            <a:endParaRPr sz="21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585216" y="585216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Introduction</a:t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872050" y="2012750"/>
            <a:ext cx="9526200" cy="44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Ticketak is a ticket management system designed to streamline the process of event creation, ticket booking, and event management.</a:t>
            </a:r>
            <a:endParaRPr sz="13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The system supports role-based access, allowing:</a:t>
            </a:r>
            <a:endParaRPr sz="13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143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Montserrat"/>
              <a:buChar char="●"/>
            </a:pPr>
            <a:r>
              <a:rPr lang="en"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Users (Fans) to register, browse events, search by category, purchase tickets, and manage their booked events.</a:t>
            </a:r>
            <a:endParaRPr sz="13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143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350"/>
              <a:buFont typeface="Montserrat"/>
              <a:buChar char="●"/>
            </a:pPr>
            <a:r>
              <a:rPr lang="en" sz="135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Administrators to create, update, and manage events, control ticket availability, and monitor event details.</a:t>
            </a:r>
            <a:endParaRPr sz="13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0" algn="l" rtl="0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9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585225" y="585225"/>
            <a:ext cx="4713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Project Requirements</a:t>
            </a:r>
            <a:endParaRPr/>
          </a:p>
        </p:txBody>
      </p:sp>
      <p:sp>
        <p:nvSpPr>
          <p:cNvPr id="88" name="Google Shape;88;p17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872050" y="2012750"/>
            <a:ext cx="9526200" cy="44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 dirty="0">
                <a:solidFill>
                  <a:srgbClr val="CBD5E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Ticketak Requirements</a:t>
            </a:r>
            <a:endParaRPr sz="2150" dirty="0">
              <a:solidFill>
                <a:srgbClr val="CBD5E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512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150"/>
              <a:buFont typeface="Montserrat"/>
              <a:buChar char="●"/>
            </a:pPr>
            <a:r>
              <a:rPr lang="en" sz="2150" dirty="0">
                <a:solidFill>
                  <a:srgbClr val="CBD5E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Task &amp; Sprint Management (Jira)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68758" y="0"/>
            <a:ext cx="13234022" cy="7444138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440784" y="2823283"/>
            <a:ext cx="12539700" cy="9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5" tIns="121875" rIns="121875" bIns="121875" anchor="t" anchorCtr="0">
            <a:spAutoFit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b="1">
                <a:solidFill>
                  <a:srgbClr val="F1F1F1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UML Diagrams</a:t>
            </a:r>
            <a:endParaRPr sz="3600" b="1">
              <a:solidFill>
                <a:srgbClr val="F1F1F1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96" name="Google Shape;96;p18"/>
          <p:cNvSpPr/>
          <p:nvPr/>
        </p:nvSpPr>
        <p:spPr>
          <a:xfrm>
            <a:off x="1989262" y="3808184"/>
            <a:ext cx="9144000" cy="192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9025" y="2718650"/>
            <a:ext cx="984900" cy="98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9"/>
          <p:cNvSpPr txBox="1"/>
          <p:nvPr/>
        </p:nvSpPr>
        <p:spPr>
          <a:xfrm>
            <a:off x="585216" y="585216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Class Diagram</a:t>
            </a:r>
            <a:endParaRPr/>
          </a:p>
        </p:txBody>
      </p:sp>
      <p:sp>
        <p:nvSpPr>
          <p:cNvPr id="104" name="Google Shape;104;p19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585225" y="1640425"/>
            <a:ext cx="10724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Ticketak Class Diagram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Use Case Diagram</a:t>
            </a:r>
            <a:endParaRPr/>
          </a:p>
        </p:txBody>
      </p:sp>
      <p:sp>
        <p:nvSpPr>
          <p:cNvPr id="112" name="Google Shape;112;p20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Google Shape;113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54513" y="1418325"/>
            <a:ext cx="6479926" cy="524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Use Case Diagram</a:t>
            </a:r>
            <a:endParaRPr/>
          </a:p>
        </p:txBody>
      </p:sp>
      <p:sp>
        <p:nvSpPr>
          <p:cNvPr id="120" name="Google Shape;120;p21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54800" y="1459100"/>
            <a:ext cx="6799174" cy="5289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Activity Diagrams</a:t>
            </a:r>
            <a:endParaRPr/>
          </a:p>
        </p:txBody>
      </p:sp>
      <p:sp>
        <p:nvSpPr>
          <p:cNvPr id="128" name="Google Shape;128;p22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581025" y="1533650"/>
            <a:ext cx="6241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Authentication and Authorization Diagram:</a:t>
            </a:r>
            <a:endParaRPr sz="2000"/>
          </a:p>
        </p:txBody>
      </p:sp>
      <p:pic>
        <p:nvPicPr>
          <p:cNvPr id="130" name="Google Shape;13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6600" y="1718363"/>
            <a:ext cx="3394276" cy="483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3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Activity Diagrams</a:t>
            </a:r>
            <a:endParaRPr/>
          </a:p>
        </p:txBody>
      </p:sp>
      <p:sp>
        <p:nvSpPr>
          <p:cNvPr id="137" name="Google Shape;137;p23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581025" y="1533650"/>
            <a:ext cx="46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User Management Diagram:</a:t>
            </a:r>
            <a:endParaRPr sz="2000"/>
          </a:p>
        </p:txBody>
      </p:sp>
      <p:pic>
        <p:nvPicPr>
          <p:cNvPr id="139" name="Google Shape;13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6368" y="1719072"/>
            <a:ext cx="3392424" cy="4837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4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Activity Diagrams</a:t>
            </a:r>
            <a:endParaRPr/>
          </a:p>
        </p:txBody>
      </p:sp>
      <p:sp>
        <p:nvSpPr>
          <p:cNvPr id="146" name="Google Shape;146;p24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4"/>
          <p:cNvSpPr txBox="1"/>
          <p:nvPr/>
        </p:nvSpPr>
        <p:spPr>
          <a:xfrm>
            <a:off x="581025" y="1533650"/>
            <a:ext cx="46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Admin Management Diagram:</a:t>
            </a:r>
            <a:endParaRPr sz="2000"/>
          </a:p>
        </p:txBody>
      </p:sp>
      <p:pic>
        <p:nvPicPr>
          <p:cNvPr id="148" name="Google Shape;14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6368" y="1719072"/>
            <a:ext cx="3392424" cy="4837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5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Sequence Diagrams</a:t>
            </a:r>
            <a:endParaRPr/>
          </a:p>
        </p:txBody>
      </p:sp>
      <p:sp>
        <p:nvSpPr>
          <p:cNvPr id="155" name="Google Shape;155;p25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5"/>
          <p:cNvSpPr txBox="1"/>
          <p:nvPr/>
        </p:nvSpPr>
        <p:spPr>
          <a:xfrm>
            <a:off x="581025" y="1533650"/>
            <a:ext cx="46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Add Event Diagram:</a:t>
            </a:r>
            <a:endParaRPr sz="2000"/>
          </a:p>
        </p:txBody>
      </p:sp>
      <p:pic>
        <p:nvPicPr>
          <p:cNvPr id="157" name="Google Shape;15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28032" y="1417320"/>
            <a:ext cx="6601969" cy="51755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6"/>
          <p:cNvSpPr txBox="1"/>
          <p:nvPr/>
        </p:nvSpPr>
        <p:spPr>
          <a:xfrm>
            <a:off x="585232" y="585225"/>
            <a:ext cx="52524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Sequence Diagrams</a:t>
            </a:r>
            <a:endParaRPr/>
          </a:p>
        </p:txBody>
      </p:sp>
      <p:sp>
        <p:nvSpPr>
          <p:cNvPr id="164" name="Google Shape;164;p26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581025" y="1533650"/>
            <a:ext cx="4627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latin typeface="Montserrat"/>
                <a:ea typeface="Montserrat"/>
                <a:cs typeface="Montserrat"/>
                <a:sym typeface="Montserrat"/>
              </a:rPr>
              <a:t>Buy Ticket Diagram:</a:t>
            </a:r>
            <a:endParaRPr sz="2000"/>
          </a:p>
        </p:txBody>
      </p:sp>
      <p:pic>
        <p:nvPicPr>
          <p:cNvPr id="166" name="Google Shape;16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31400" y="1420625"/>
            <a:ext cx="6605450" cy="517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7"/>
          <p:cNvSpPr txBox="1"/>
          <p:nvPr/>
        </p:nvSpPr>
        <p:spPr>
          <a:xfrm>
            <a:off x="585225" y="585225"/>
            <a:ext cx="4713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Project Implementation</a:t>
            </a:r>
            <a:endParaRPr/>
          </a:p>
        </p:txBody>
      </p:sp>
      <p:sp>
        <p:nvSpPr>
          <p:cNvPr id="173" name="Google Shape;173;p27"/>
          <p:cNvSpPr/>
          <p:nvPr/>
        </p:nvSpPr>
        <p:spPr>
          <a:xfrm>
            <a:off x="581025" y="1274415"/>
            <a:ext cx="11030100" cy="96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 descr="Requirements&#10;&#10;"/>
          <p:cNvSpPr txBox="1"/>
          <p:nvPr/>
        </p:nvSpPr>
        <p:spPr>
          <a:xfrm>
            <a:off x="872050" y="2012750"/>
            <a:ext cx="9526200" cy="44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CBD5E1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146250" y="-435875"/>
            <a:ext cx="16251933" cy="9141712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8"/>
          <p:cNvSpPr txBox="1"/>
          <p:nvPr/>
        </p:nvSpPr>
        <p:spPr>
          <a:xfrm>
            <a:off x="4594463" y="3044250"/>
            <a:ext cx="30000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 b="1">
                <a:solidFill>
                  <a:srgbClr val="FBBF24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Thank you</a:t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</Words>
  <Application>Microsoft Office PowerPoint</Application>
  <PresentationFormat>Custom</PresentationFormat>
  <Paragraphs>44</Paragraphs>
  <Slides>16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Calibri</vt:lpstr>
      <vt:lpstr>Arial</vt:lpstr>
      <vt:lpstr>Cormorant Garamond</vt:lpstr>
      <vt:lpstr>Montserrat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Fady adel botros awdallah 2001388</cp:lastModifiedBy>
  <cp:revision>1</cp:revision>
  <dcterms:modified xsi:type="dcterms:W3CDTF">2025-12-31T19:27:06Z</dcterms:modified>
</cp:coreProperties>
</file>